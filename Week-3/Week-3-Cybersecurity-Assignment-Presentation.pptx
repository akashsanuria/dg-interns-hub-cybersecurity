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g_interns_hu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320040"/>
            <a:ext cx="1645920" cy="1645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900">
                <a:solidFill>
                  <a:srgbClr val="176D96"/>
                </a:solidFill>
              </a:defRPr>
            </a:pPr>
            <a:r>
              <a:t>DG INTERNS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000">
                <a:solidFill>
                  <a:srgbClr val="191919"/>
                </a:solidFill>
              </a:defRPr>
            </a:pPr>
            <a:r>
              <a:t>Cybersecurity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176D96"/>
                </a:solidFill>
              </a:defRPr>
            </a:pPr>
            <a:r>
              <a:t>WEEK 3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191919"/>
                </a:solidFill>
              </a:defRPr>
            </a:pPr>
            <a:r>
              <a:t>ADVANCED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191919"/>
                </a:solidFill>
              </a:defRPr>
            </a:pPr>
            <a:r>
              <a:t>PRACTICAL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983480"/>
            <a:ext cx="6492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Submitted By: Akash Sanuria</a:t>
            </a:r>
          </a:p>
          <a:p>
            <a:pPr algn="ctr">
              <a:defRPr sz="1400"/>
            </a:pPr>
            <a:r>
              <a:t>Intern ID: DG/SEPTEMBER/CYBER/171</a:t>
            </a:r>
          </a:p>
          <a:p>
            <a:pPr algn="ctr">
              <a:defRPr sz="1400"/>
            </a:pPr>
            <a:r>
              <a:t>Week: Week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Discover active hosts in the authorized virtual lab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Perform Nmap port and service scanning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Capture and analyze ICMP, DNS and TCP traffic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Apply firewall hardening using UFW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Verify the security posture after hardening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Lab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Kali Linux virtual machine in VirtualBox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Active interface: eth0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Kali VM address: 10.0.2.15/24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Observed lab hosts: 10.0.2.2, 10.0.2.3 and 10.0.2.15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Tools: Nmap, Wireshark and UFW</a:t>
            </a:r>
          </a:p>
        </p:txBody>
      </p:sp>
      <p:pic>
        <p:nvPicPr>
          <p:cNvPr id="5" name="Picture 4" descr="evidenc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05507"/>
            <a:ext cx="5577840" cy="29213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Network Discovery with Nmap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Command: sudo nmap -sn 10.0.2.0/24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Three active lab hosts were discovered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Discovery establishes which systems respond before deeper scanning</a:t>
            </a:r>
          </a:p>
        </p:txBody>
      </p:sp>
      <p:pic>
        <p:nvPicPr>
          <p:cNvPr id="5" name="Picture 4" descr="evidenc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685200"/>
            <a:ext cx="5577840" cy="17619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Service / Version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Command: sudo nmap -sV 10.0.2.15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Target host was up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All 1000 commonly scanned TCP ports were closed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No listening TCP service/version was identified in this scan</a:t>
            </a:r>
          </a:p>
        </p:txBody>
      </p:sp>
      <p:pic>
        <p:nvPicPr>
          <p:cNvPr id="5" name="Picture 4" descr="evidenc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801097"/>
            <a:ext cx="5577840" cy="1530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Wireshark: ICMP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Display filter: icmp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Echo requests and replies were captured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Traffic between 10.0.2.15 and 8.8.8.8 demonstrated successful reachability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ICMP capture provides a simple connectivity baseline</a:t>
            </a:r>
          </a:p>
        </p:txBody>
      </p:sp>
      <p:pic>
        <p:nvPicPr>
          <p:cNvPr id="5" name="Picture 4" descr="evidenc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53007"/>
            <a:ext cx="5577840" cy="2826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Wireshark: DNS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Display filter: dns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Queries from 10.0.2.15 were sent to DNS service 10.0.2.3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 and AAAA records were visible in responses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This was normal name-resolution traffic</a:t>
            </a:r>
          </a:p>
        </p:txBody>
      </p:sp>
      <p:pic>
        <p:nvPicPr>
          <p:cNvPr id="5" name="Picture 4" descr="evidenc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48727"/>
            <a:ext cx="5577840" cy="20348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TCP SYN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Display filter: tcp.flags.syn == 1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SYN and SYN/ACK packets help visualize TCP connection establishment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Wireshark packet evidence can be correlated with Nmap scan results</a:t>
            </a:r>
          </a:p>
        </p:txBody>
      </p:sp>
      <p:pic>
        <p:nvPicPr>
          <p:cNvPr id="5" name="Picture 4" descr="evidenc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07107"/>
            <a:ext cx="5577840" cy="2518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Security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No confirmed exploitable vulnerability was demonstrated by the available evidence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Initial UFW state was inactive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Legacy FTP (21/tcp) and Telnet (23/tcp) were selected for explicit blocking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Findings were documented as configuration/exposure observations, not overstated vulnerability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Security Hardening with UFW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Enabled the UFW host firewall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Default posture: deny incoming, allow outgoing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Added explicit deny rule for 23/tcp (Telnet)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Added explicit deny rule for 21/tcp (FTP)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Rules were created for both IPv4 and IPv6</a:t>
            </a:r>
          </a:p>
        </p:txBody>
      </p:sp>
      <p:pic>
        <p:nvPicPr>
          <p:cNvPr id="5" name="Picture 4" descr="evidenc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39294"/>
            <a:ext cx="5577840" cy="16537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Post-Hardening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Targeted command: sudo nmap -p 21,23 10.0.2.15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Ports 21/tcp and 23/tcp were reported closed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Final UFW status remained active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The improvement demonstrated is stronger firewall policy and explicit deny rules</a:t>
            </a:r>
          </a:p>
        </p:txBody>
      </p:sp>
      <p:pic>
        <p:nvPicPr>
          <p:cNvPr id="5" name="Picture 4" descr="evidenc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855435"/>
            <a:ext cx="5577840" cy="14214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Final Firewall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UFW status: active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Logging: on (low)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Default incoming: deny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Default outgoing: allow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Explicit deny rules retained for TCP 21 and TCP 23</a:t>
            </a:r>
          </a:p>
        </p:txBody>
      </p:sp>
      <p:pic>
        <p:nvPicPr>
          <p:cNvPr id="5" name="Picture 4" descr="evidenc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70098"/>
            <a:ext cx="5577840" cy="23921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7365D"/>
                </a:solidFill>
              </a:defRPr>
            </a:pPr>
            <a:r>
              <a:t>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Keep UFW enabled and review rules periodically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Avoid legacy plaintext services such as Telnet and traditional FTP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Use encrypted alternatives such as SSH/SFTP when required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Perform periodic authorized Nmap scans and monitor packet anomalies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</a:defRPr>
            </a:pPr>
            <a:r>
              <a:t>Week 3 practical successfully combined scanning, packet analysis, hardening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46E"/>
                </a:solidFill>
              </a:defRPr>
            </a:pPr>
            <a:r>
              <a:t>DG Interns Hub | Cybersecurity Internship | Week 3   •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