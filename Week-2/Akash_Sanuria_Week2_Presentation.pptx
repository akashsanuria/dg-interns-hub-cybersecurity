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A3BF"/>
                </a:solidFill>
                <a:latin typeface="Aptos"/>
              </a:rPr>
              <a:t>DG INTERNS HUB | CYBERSECURITY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10149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72B4D"/>
                </a:solidFill>
                <a:latin typeface="Aptos"/>
              </a:rPr>
              <a:t>WEEK 2</a:t>
            </a:r>
            <a:br/>
            <a:r>
              <a:t>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27D98"/>
                </a:solidFill>
                <a:latin typeface="Aptos"/>
              </a:rPr>
              <a:t>Advanced Networking, Analysis &amp; Security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703320"/>
            <a:ext cx="333756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384048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NETWORK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4178808"/>
            <a:ext cx="300837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Wireshark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703320"/>
            <a:ext cx="333756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1" y="384048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4178808"/>
            <a:ext cx="300837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MITM / DoS / Sniffing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703320"/>
            <a:ext cx="333756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384048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SAFE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178808"/>
            <a:ext cx="300837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Nmap + Packet Tracer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2578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34E68"/>
                </a:solidFill>
                <a:latin typeface="Aptos"/>
              </a:rPr>
              <a:t>Prepared by: Akash Sanuria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650992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D98"/>
                </a:solidFill>
                <a:latin typeface="Aptos"/>
              </a:rPr>
              <a:t>Week 2 Assignment | 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Assignment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394960" cy="34747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>
                <a:solidFill>
                  <a:srgbClr val="334E68"/>
                </a:solidFill>
                <a:latin typeface="Aptos"/>
              </a:defRPr>
            </a:pPr>
            <a:r>
              <a:t>• Understand advanced networking concepts</a:t>
            </a:r>
          </a:p>
          <a:p>
            <a:pPr>
              <a:spcAft>
                <a:spcPts val="800"/>
              </a:spcAft>
              <a:defRPr sz="1500">
                <a:solidFill>
                  <a:srgbClr val="334E68"/>
                </a:solidFill>
                <a:latin typeface="Aptos"/>
              </a:defRPr>
            </a:pPr>
            <a:r>
              <a:t>• Analyze live traffic using Wireshark</a:t>
            </a:r>
          </a:p>
          <a:p>
            <a:pPr>
              <a:spcAft>
                <a:spcPts val="800"/>
              </a:spcAft>
              <a:defRPr sz="1500">
                <a:solidFill>
                  <a:srgbClr val="334E68"/>
                </a:solidFill>
                <a:latin typeface="Aptos"/>
              </a:defRPr>
            </a:pPr>
            <a:r>
              <a:t>• Perform authorized scanning using Nmap</a:t>
            </a:r>
          </a:p>
          <a:p>
            <a:pPr>
              <a:spcAft>
                <a:spcPts val="800"/>
              </a:spcAft>
              <a:defRPr sz="1500">
                <a:solidFill>
                  <a:srgbClr val="334E68"/>
                </a:solidFill>
                <a:latin typeface="Aptos"/>
              </a:defRPr>
            </a:pPr>
            <a:r>
              <a:t>• Build and test a LAN in Packet Tracer</a:t>
            </a:r>
          </a:p>
          <a:p>
            <a:pPr>
              <a:spcAft>
                <a:spcPts val="800"/>
              </a:spcAft>
              <a:defRPr sz="1500">
                <a:solidFill>
                  <a:srgbClr val="334E68"/>
                </a:solidFill>
                <a:latin typeface="Aptos"/>
              </a:defRPr>
            </a:pPr>
            <a:r>
              <a:t>• Understand MITM safely at concept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834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65960"/>
            <a:ext cx="4654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TOOLS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304288"/>
            <a:ext cx="465429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Wireshark | Nmap | Cisco Packet Tracer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49834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154679"/>
            <a:ext cx="4654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SAFETY &amp; ETHICS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493008"/>
            <a:ext cx="465429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Only safe/allowed targets and local simulations were used. No real MITM interception attack was performed.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4983480" cy="7315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709160"/>
            <a:ext cx="4654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REPORT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047488"/>
            <a:ext cx="4654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Tasks 1-7: theory + practical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TASKS 01-03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Core Networking &amp; Security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337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PORTS &amp;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31912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Common TCP/UDP ports including SSH 22, DNS 53, HTTP 80, HTTPS 443, SMB 445 and other essential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337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659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NETWORK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304288"/>
            <a:ext cx="31912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Switch: same-LAN connectivity</a:t>
            </a:r>
            <a:br/>
            <a:br/>
            <a:r>
              <a:t>Router: connects different networks</a:t>
            </a:r>
            <a:br/>
            <a:br/>
            <a:r>
              <a:t>Firewall: enforces traffic security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28800"/>
            <a:ext cx="3520440" cy="3337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9659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SECURITY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2304288"/>
            <a:ext cx="31912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MITM</a:t>
            </a:r>
            <a:br/>
            <a:r>
              <a:t>DoS</a:t>
            </a:r>
            <a:br/>
            <a:r>
              <a:t>Packet Sniffing</a:t>
            </a:r>
            <a:br/>
            <a:br/>
            <a:r>
              <a:t>Prevention: HTTPS/TLS, secure networks, VPN, monitoring and access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Packet Analysis with Wireshark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Live Wi-Fi traffic capture and protocol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858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9683"/>
            <a:ext cx="6858000" cy="30301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828800"/>
            <a:ext cx="3611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965960"/>
            <a:ext cx="3282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DNS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304288"/>
            <a:ext cx="328269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Filtered Google-related DNS query/response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200400"/>
            <a:ext cx="3611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337560"/>
            <a:ext cx="3282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WHAT I 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675887"/>
            <a:ext cx="328269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DNS traffic, source/destination IPs and protocol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572000"/>
            <a:ext cx="36118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709160"/>
            <a:ext cx="3282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5047488"/>
            <a:ext cx="32826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Display filters help isolate relevant network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HTTPS / TLS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Filtering secure web traffic on TCP port 443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7406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68613"/>
            <a:ext cx="7406640" cy="30522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828800"/>
            <a:ext cx="306324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1965960"/>
            <a:ext cx="27340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2304288"/>
            <a:ext cx="27340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tcp.port == 443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063240"/>
            <a:ext cx="306324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3200400"/>
            <a:ext cx="27340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3538728"/>
            <a:ext cx="27340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TLSv1.2 application data and TCP connections using port 443.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526280"/>
            <a:ext cx="306324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4663440"/>
            <a:ext cx="27340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5001768"/>
            <a:ext cx="2734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Source and destination addressing was visible at packet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Nmap - Basic Network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Safe target: scanme.nmap.org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995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m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7768"/>
            <a:ext cx="6995160" cy="29882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828800"/>
            <a:ext cx="347472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1" y="1965960"/>
            <a:ext cx="3145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1" y="2304288"/>
            <a:ext cx="31455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nmap scanme.nmap.org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017520"/>
            <a:ext cx="34747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3154679"/>
            <a:ext cx="3145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OPEN 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3493008"/>
            <a:ext cx="31455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22/tcp - SSH</a:t>
            </a:r>
            <a:br/>
            <a:r>
              <a:t>80/tcp - HTTP</a:t>
            </a:r>
            <a:br/>
            <a:r>
              <a:t>9929/tcp - nping-echo</a:t>
            </a:r>
            <a:br/>
            <a:r>
              <a:t>31337/tcp - 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709160"/>
            <a:ext cx="3474720" cy="7315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4846320"/>
            <a:ext cx="3145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HOST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5184648"/>
            <a:ext cx="3145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Host was up and reachable.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Nmap - Service &amp; Version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6995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7284"/>
            <a:ext cx="6995160" cy="28349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828800"/>
            <a:ext cx="347472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1965960"/>
            <a:ext cx="3145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1" y="2304288"/>
            <a:ext cx="3145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nmap -sV scanme.nmap.org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71800"/>
            <a:ext cx="347472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3108960"/>
            <a:ext cx="3145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3447288"/>
            <a:ext cx="3145536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OpenSSH 6.6.1p1</a:t>
            </a:r>
            <a:br/>
            <a:r>
              <a:t>Apache httpd 2.4.7</a:t>
            </a:r>
            <a:br/>
            <a:r>
              <a:t>Nping echo</a:t>
            </a:r>
            <a:br/>
            <a:r>
              <a:t>tcpwrapped</a:t>
            </a:r>
            <a:br/>
            <a:r>
              <a:t>Linux service 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Cisco Packet Tracer - LAN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22222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93" y="1828800"/>
            <a:ext cx="4965453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828800"/>
            <a:ext cx="53492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16556+23232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719" y="1828800"/>
            <a:ext cx="4579321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480560"/>
            <a:ext cx="512064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617720"/>
            <a:ext cx="47914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IP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956048"/>
            <a:ext cx="479145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PC1: 192.168.1.10/24</a:t>
            </a:r>
            <a:br/>
            <a:r>
              <a:t>PC2: 192.168.1.11/24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5074920"/>
            <a:ext cx="5349240" cy="6858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5212080"/>
            <a:ext cx="5020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5550408"/>
            <a:ext cx="5020055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4 packets sent, 4 received, 0% packet loss.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TASK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MITM Concept - Safe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669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sk 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60" y="1828800"/>
            <a:ext cx="3654558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828800"/>
            <a:ext cx="4800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ng 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87" y="1828800"/>
            <a:ext cx="4747025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572000"/>
            <a:ext cx="34290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709160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047488"/>
            <a:ext cx="30998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Attacker attempts to sit logically between victim and gateway/endpoint.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572000"/>
            <a:ext cx="34290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709160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5047488"/>
            <a:ext cx="30998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Data theft, credential exposure and session interception.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572000"/>
            <a:ext cx="333756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470916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5047488"/>
            <a:ext cx="300837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HTTPS/TLS, trusted VPN, secure networks and certificate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3BF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ptos"/>
              </a:rPr>
              <a:t>Week 2 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WIRESHARK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30083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Captured and filtered DNS and HTTPS/TLS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96596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NMAP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04288"/>
            <a:ext cx="30083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Identified open ports, services and versions on an authorized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375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965960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CAD"/>
                </a:solidFill>
                <a:latin typeface="Aptos"/>
              </a:rPr>
              <a:t>PACKET TRACER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04288"/>
            <a:ext cx="30083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E68"/>
                </a:solidFill>
                <a:latin typeface="Aptos"/>
              </a:rPr>
              <a:t>Built a LAN, verified connectivity and modeled MITM safely.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657600"/>
            <a:ext cx="83210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>
                <a:solidFill>
                  <a:srgbClr val="334E68"/>
                </a:solidFill>
                <a:latin typeface="Aptos"/>
              </a:defRPr>
            </a:pPr>
            <a:r>
              <a:t>• Improved understanding of how real network traffic looks</a:t>
            </a:r>
          </a:p>
          <a:p>
            <a:pPr>
              <a:spcAft>
                <a:spcPts val="800"/>
              </a:spcAft>
              <a:defRPr sz="1300">
                <a:solidFill>
                  <a:srgbClr val="334E68"/>
                </a:solidFill>
                <a:latin typeface="Aptos"/>
              </a:defRPr>
            </a:pPr>
            <a:r>
              <a:t>• Connected networking theory with practical cybersecurity tools</a:t>
            </a:r>
          </a:p>
          <a:p>
            <a:pPr>
              <a:spcAft>
                <a:spcPts val="800"/>
              </a:spcAft>
              <a:defRPr sz="1300">
                <a:solidFill>
                  <a:srgbClr val="334E68"/>
                </a:solidFill>
                <a:latin typeface="Aptos"/>
              </a:defRPr>
            </a:pPr>
            <a:r>
              <a:t>• Practiced safe and ethical network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62356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72B4D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DG Interns Hub | Cybersecurity Internship | 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627D9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