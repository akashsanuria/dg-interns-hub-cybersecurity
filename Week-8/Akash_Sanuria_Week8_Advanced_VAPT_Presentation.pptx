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CYBERSECURITY INTERNSHIP  •  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Advanced VAPT — Attack Chain &amp; Full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1175A1"/>
                </a:solidFill>
                <a:latin typeface="Aptos"/>
              </a:defRPr>
            </a:pPr>
            <a:r>
              <a:t>WEEK 8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0E1C30"/>
                </a:solidFill>
                <a:latin typeface="Aptos"/>
              </a:defRPr>
            </a:pPr>
            <a:r>
              <a:t>OWASP Juice Shop  |  Local Training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E1C30"/>
                </a:solidFill>
                <a:latin typeface="Aptos"/>
              </a:defRPr>
            </a:pPr>
            <a:r>
              <a:t>Submitted by: Akash Sanuria</a:t>
            </a:r>
          </a:p>
          <a:p>
            <a:pPr>
              <a:spcAft>
                <a:spcPts val="1000"/>
              </a:spcAft>
              <a:defRPr sz="1900" b="0">
                <a:solidFill>
                  <a:srgbClr val="0E1C30"/>
                </a:solidFill>
                <a:latin typeface="Aptos"/>
              </a:defRPr>
            </a:pPr>
            <a:r>
              <a:t>Intern ID: DG/SEPTEMBER/CYBER/171</a:t>
            </a:r>
          </a:p>
          <a:p>
            <a:pPr>
              <a:spcAft>
                <a:spcPts val="1000"/>
              </a:spcAft>
              <a:defRPr sz="1900" b="0">
                <a:solidFill>
                  <a:srgbClr val="0E1C30"/>
                </a:solidFill>
                <a:latin typeface="Aptos"/>
              </a:defRPr>
            </a:pPr>
            <a:r>
              <a:t>28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Objective: assess authentication and object-level access controls in a controlled lab.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Target: OWASP Juice Shop at http://localhost:3000.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Method: inspect and replay HTTP requests, verify account identity, preserve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Results: confirmed login bypass; admin access impact; conditional IDOR finding.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Scope &amp; Rules of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In scope: local Juice Shop application, login and basket APIs, admin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Tools: Kali Linux VM, browser, Burp Suite Community Edition / Repeater.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Read-only evidence collection; no production systems or destructive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Redact passwords, session cookies and bearer tokens before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Attack Surface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POST /rest/user/login — authentication entry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GET /rest/user/whoami — authenticated identity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GET /rest/basket/{id} — object-level basket lookup.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E1C30"/>
                </a:solidFill>
                <a:latin typeface="Aptos"/>
              </a:defRPr>
            </a:pPr>
            <a:r>
              <a:t>•  /#/administration — privileged interface after administrator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Finding A — SQL Injection Login Bypass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E1C30"/>
                </a:solidFill>
                <a:latin typeface="Aptos"/>
              </a:defRPr>
            </a:pPr>
            <a:r>
              <a:t>•  Affected endpoint: POST /rest/user/login.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E1C30"/>
                </a:solidFill>
                <a:latin typeface="Aptos"/>
              </a:defRPr>
            </a:pPr>
            <a:r>
              <a:t>•  Observed: HTTP 200 and administrator identity (user ID 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E1C30"/>
                </a:solidFill>
                <a:latin typeface="Aptos"/>
              </a:defRPr>
            </a:pPr>
            <a:r>
              <a:t>•  Severity: Critical within this intentionally vulnerable local lab.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E1C30"/>
                </a:solidFill>
                <a:latin typeface="Aptos"/>
              </a:defRPr>
            </a:pPr>
            <a:r>
              <a:t>•  Likely cause: unsafe SQL query construction; source review needed for exact root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Evidence E01 — Login Bypass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7" name="Picture 6" descr="01_SQL_Injection_Login_Bypass.png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257" y="1600200"/>
            <a:ext cx="811500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4E5C6A"/>
                </a:solidFill>
                <a:latin typeface="Aptos"/>
              </a:defRPr>
            </a:pPr>
            <a:r>
              <a:t>Original screenshot: successful administrator authentication; secrets redacted.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Finding B — Administrative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E1C30"/>
                </a:solidFill>
                <a:latin typeface="Aptos"/>
              </a:defRPr>
            </a:pPr>
            <a:r>
              <a:t>•  After login bypass, the Administration page was accessible.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E1C30"/>
                </a:solidFill>
                <a:latin typeface="Aptos"/>
              </a:defRPr>
            </a:pPr>
            <a:r>
              <a:t>•  The interface displayed registered users and customer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E1C30"/>
                </a:solidFill>
                <a:latin typeface="Aptos"/>
              </a:defRPr>
            </a:pPr>
            <a:r>
              <a:t>•  This is demonstrated impact of admin account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E1C30"/>
                </a:solidFill>
                <a:latin typeface="Aptos"/>
              </a:defRPr>
            </a:pPr>
            <a:r>
              <a:t>•  It is NOT independent proof of an authorization bypass on the admin route.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Evidence E02 — Admin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02_Admin_Section_Access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807" y="1554480"/>
            <a:ext cx="713390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Finding C — Potential IDOR / BOLA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E1C30"/>
                </a:solidFill>
                <a:latin typeface="Aptos"/>
              </a:defRPr>
            </a:pPr>
            <a:r>
              <a:t>•  Identity check: Zara account returned user ID 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E1C30"/>
                </a:solidFill>
                <a:latin typeface="Aptos"/>
              </a:defRPr>
            </a:pPr>
            <a:r>
              <a:t>•  Basket request: GET /rest/basket/1 returned HTTP 200 and UserId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E1C30"/>
                </a:solidFill>
                <a:latin typeface="Aptos"/>
              </a:defRPr>
            </a:pPr>
            <a:r>
              <a:t>•  Different caller and owner IDs suggest cross-user object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E1C30"/>
                </a:solidFill>
                <a:latin typeface="Aptos"/>
              </a:defRPr>
            </a:pPr>
            <a:r>
              <a:t>•  Confirmation requires matching the same Zara session token in both original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Evidence E03 — Regular User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04_Zara_Authentication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785" y="1508760"/>
            <a:ext cx="418194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4E5C6A"/>
                </a:solidFill>
                <a:latin typeface="Aptos"/>
              </a:defRPr>
            </a:pPr>
            <a:r>
              <a:t>User ID 25  •  Authorization values redacted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Evidence E04 — Basket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05_Normal_User_IDOR_Confirmed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785" y="1508760"/>
            <a:ext cx="418194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4E5C6A"/>
                </a:solidFill>
                <a:latin typeface="Aptos"/>
              </a:defRPr>
            </a:pPr>
            <a:r>
              <a:t>Basket ID 1 / UserId 1  •  No product data disclosed in this capture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175A1"/>
                </a:solidFill>
                <a:latin typeface="Aptos"/>
              </a:defRPr>
            </a:pPr>
            <a:r>
              <a:t>DG INTERNS HUB  |  WEEK 8 ADVANCED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E1C30"/>
                </a:solidFill>
                <a:latin typeface="Aptos"/>
              </a:defRPr>
            </a:pPr>
            <a:r>
              <a:t>Attack Chain, Risks &amp;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E5C6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E1C30"/>
                </a:solidFill>
                <a:latin typeface="Aptos"/>
              </a:defRPr>
            </a:pPr>
            <a:r>
              <a:t>•  Confirmed chain: SQL injection → admin authentication → administration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E1C30"/>
                </a:solidFill>
                <a:latin typeface="Aptos"/>
              </a:defRPr>
            </a:pPr>
            <a:r>
              <a:t>•  Separate test: Zara identity → basket ID 1 request → owner ID 1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E1C30"/>
                </a:solidFill>
                <a:latin typeface="Aptos"/>
              </a:defRPr>
            </a:pPr>
            <a:r>
              <a:t>•  Mitigate SQLi with parameterized queries and authentication regression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E1C30"/>
                </a:solidFill>
                <a:latin typeface="Aptos"/>
              </a:defRPr>
            </a:pPr>
            <a:r>
              <a:t>•  Mitigate IDOR with backend owner checks and two-user authorization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E1C30"/>
                </a:solidFill>
                <a:latin typeface="Aptos"/>
              </a:defRPr>
            </a:pPr>
            <a:r>
              <a:t>•  Limitation: screenshots do not independently establish identical Zara tokens.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