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42B49"/>
                </a:solidFill>
              </a:rPr>
              <a:t>WEEK 5 ASSIGNMENT</a:t>
            </a:r>
          </a:p>
          <a:p>
            <a:pPr algn="ctr"/>
            <a:r>
              <a:rPr sz="2100">
                <a:solidFill>
                  <a:srgbClr val="1F4E79"/>
                </a:solidFill>
              </a:rPr>
              <a:t>VAPT Tools – Practical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63240"/>
            <a:ext cx="6400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/>
            </a:pPr>
            <a:r>
              <a:t>Submitted By: Akash Sanuria</a:t>
            </a:r>
          </a:p>
          <a:p>
            <a:pPr algn="ctr">
              <a:spcAft>
                <a:spcPts val="800"/>
              </a:spcAft>
              <a:defRPr sz="1800"/>
            </a:pPr>
            <a:r>
              <a:t>Intern ID: DG/SEPTEMBER/CYBER/171</a:t>
            </a:r>
          </a:p>
          <a:p>
            <a:pPr algn="ctr">
              <a:spcAft>
                <a:spcPts val="800"/>
              </a:spcAft>
              <a:defRPr sz="1800"/>
            </a:pPr>
            <a:r>
              <a:t>Internship: Cybersecurity Internship</a:t>
            </a:r>
          </a:p>
          <a:p>
            <a:pPr algn="ctr">
              <a:spcAft>
                <a:spcPts val="800"/>
              </a:spcAft>
              <a:defRPr sz="1800"/>
            </a:pPr>
            <a:r>
              <a:t>Week: Week 5 Assignment</a:t>
            </a:r>
          </a:p>
          <a:p>
            <a:pPr algn="ctr">
              <a:spcAft>
                <a:spcPts val="800"/>
              </a:spcAft>
              <a:defRPr sz="1800"/>
            </a:pPr>
            <a:r>
              <a:t>Submission Date: 07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DG Interns Hub | Week 5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9"/>
                </a:solidFill>
              </a:rPr>
              <a:t>VAPT Overview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• VAPT identifies security weaknesses and validates security controls in authorized environments.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• Week 5 tools: Nmap, Nikto and Burp Suite Community Edition.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• Goal: scan the authorized target, inspect web traffic, understand results and document evidence.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• Testing was limited to the internship-provided target: testphp.vulnweb.com.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DG Interns Hub | Week 5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9"/>
                </a:solidFill>
              </a:rPr>
              <a:t>Nmap – Network Scanning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</a:rPr>
              <a:t>Commands: -sV, -sS and -A</a:t>
            </a:r>
          </a:p>
        </p:txBody>
      </p:sp>
      <p:pic>
        <p:nvPicPr>
          <p:cNvPr id="5" name="Picture 4" descr="3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394960" cy="366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41732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`nmap -sV` attempted service/version detection.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`sudo nmap -sS` performed a SYN scan.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`sudo nmap -A` attempted advanced detection and traceroute.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Result: target was reachable, but 1000 default TCP ports appeared filtered/no-response.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OS/device detection was treated as unreliable because Nmap displayed a warning.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DG Interns Hub | Week 5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9"/>
                </a:solidFill>
              </a:rPr>
              <a:t>Nikto – Scan Attempt &amp; Troubleshooting</a:t>
            </a:r>
          </a:p>
        </p:txBody>
      </p:sp>
      <p:pic>
        <p:nvPicPr>
          <p:cNvPr id="4" name="Picture 3" descr="29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212080" cy="1016356"/>
          </a:xfrm>
          <a:prstGeom prst="rect">
            <a:avLst/>
          </a:prstGeom>
        </p:spPr>
      </p:pic>
      <p:pic>
        <p:nvPicPr>
          <p:cNvPr id="5" name="Picture 4" descr="33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86200"/>
            <a:ext cx="5212080" cy="3117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32588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Nikto v2.5.0 was installed and executed against the authorized target.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Result: `0 host(s) tested`; therefore no Nikto vulnerability was claimed.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cURL HTTP/HTTPS checks timed out.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Netcat connection to TCP port 80 also timed out.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Conclusion: the web service was not reachable from the current network path during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DG Interns Hub | Week 5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9"/>
                </a:solidFill>
              </a:rPr>
              <a:t>Burp Suite – Intercepting HTTP Requests</a:t>
            </a:r>
          </a:p>
        </p:txBody>
      </p:sp>
      <p:pic>
        <p:nvPicPr>
          <p:cNvPr id="4" name="Picture 3" descr="23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34440"/>
            <a:ext cx="6355080" cy="3774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371600"/>
            <a:ext cx="4480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Burp Suite Community Edition was configured using a temporary project.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Proxy Intercept was enabled and the built-in browser was used.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Request 1 captured: GET /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Headers visible included Host, User-Agent, Accept, Accept-Encoding and Connection.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The practical demonstrated how an intercepting proxy inspects browser-to-server requests.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DG Interns Hub | Week 5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9"/>
                </a:solidFill>
              </a:rPr>
              <a:t>Burp Suite – Additional Requests</a:t>
            </a:r>
          </a:p>
        </p:txBody>
      </p:sp>
      <p:pic>
        <p:nvPicPr>
          <p:cNvPr id="4" name="Picture 3" descr="27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86400" cy="3033255"/>
          </a:xfrm>
          <a:prstGeom prst="rect">
            <a:avLst/>
          </a:prstGeom>
        </p:spPr>
      </p:pic>
      <p:pic>
        <p:nvPicPr>
          <p:cNvPr id="5" name="Picture 4" descr="28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486400" cy="31356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7150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Captured: GET /login.php  |  GET /artists.php  |  Total practical evidence: 3 intercepted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DG Interns Hub | Week 5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9"/>
                </a:solidFill>
              </a:rPr>
              <a:t>Findings &amp;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• Finding 1: Nmap showed all 1000 default TCP ports as filtered/no-response.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• Finding 2: The target web service was unreachable during Nikto testing; cURL and Netcat independently confirmed timeouts.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• Finding 3: Burp Suite successfully exposed request paths and client HTTP headers through proxy interception.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• No confirmed exploitable vulnerability was claimed from the available evidence.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t>• Key lesson: scanner output must be validated before it is reported as a vulnerability.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DG Interns Hub | Week 5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9"/>
                </a:solidFill>
              </a:rPr>
              <a:t>Conclusion &amp;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• Nmap practical completed successfully.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• Nikto was correctly attempted, with connectivity limitation documented using evidence.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• Burp Suite practical completed with three captured HTTP requests.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• Learned port/service scanning, web-scan troubleshooting, proxy interception and HTTP header analysis.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• All testing was performed only on the internship-provided authorized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62356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42B49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464"/>
                </a:solidFill>
              </a:rPr>
              <a:t>DG Interns Hub | Week 5 |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