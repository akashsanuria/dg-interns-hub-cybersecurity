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B5C6"/>
                </a:solidFill>
                <a:latin typeface="Aptos"/>
              </a:rPr>
              <a:t>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8FC"/>
                </a:solidFill>
                <a:latin typeface="Aptos"/>
              </a:rPr>
              <a:t>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675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Basic Network Setup &amp;
Initial Security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947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A practical virtual-lab assessment covering network setup, service discovery and packet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777240"/>
            <a:ext cx="3977639" cy="521208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097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LAB 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00200"/>
            <a:ext cx="33375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7190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10.0.2.0/24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2140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Virtual subnet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743200"/>
            <a:ext cx="33375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8620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80/TCP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26440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Open HTTP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886200"/>
            <a:ext cx="33375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0050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0740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Protocols analyzed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13892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Kali Linux  →  Ubuntu 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68112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VirtualBox • Apache2 • Nmap • Wireshark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8064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Akash Sanuria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26480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Intern ID  DG/SEPTEMBER/CYBER/171  |  30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01 /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Project Overview &amp; Lab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A controlled two-VM security lab on a VirtualBox NAT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6040"/>
            <a:ext cx="466344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529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401568"/>
            <a:ext cx="1417320" cy="960120"/>
          </a:xfrm>
          <a:prstGeom prst="roundRect">
            <a:avLst/>
          </a:prstGeom>
          <a:solidFill>
            <a:srgbClr val="182A3E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KALI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5B5C6"/>
                </a:solidFill>
                <a:latin typeface="Aptos"/>
              </a:rPr>
              <a:t>10.0.2.15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5935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7D6C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3246120"/>
            <a:ext cx="1508760" cy="1261872"/>
          </a:xfrm>
          <a:prstGeom prst="roundRect">
            <a:avLst/>
          </a:prstGeom>
          <a:solidFill>
            <a:srgbClr val="182A3E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345643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NAT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7947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5B5C6"/>
                </a:solidFill>
                <a:latin typeface="Aptos"/>
              </a:rPr>
              <a:t>10.0.2.0/24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935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7D6C2"/>
                </a:solidFill>
                <a:latin typeface="Apto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401568"/>
            <a:ext cx="0" cy="0"/>
          </a:xfrm>
          <a:prstGeom prst="rect">
            <a:avLst/>
          </a:prstGeom>
          <a:solidFill>
            <a:srgbClr val="11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03320" y="4617720"/>
            <a:ext cx="1325880" cy="822960"/>
          </a:xfrm>
          <a:prstGeom prst="roundRect">
            <a:avLst/>
          </a:prstGeom>
          <a:solidFill>
            <a:srgbClr val="182A3E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73659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UBUNTU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010912"/>
            <a:ext cx="1325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5B5C6"/>
                </a:solidFill>
                <a:latin typeface="Aptos"/>
              </a:rPr>
              <a:t>10.0.2.5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4074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7D6C2"/>
                </a:solidFill>
                <a:latin typeface="Aptos"/>
              </a:rPr>
              <a:t>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2606040"/>
            <a:ext cx="608076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_crop_244_625_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816352"/>
            <a:ext cx="5715000" cy="2651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60720" y="55595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VirtualBox NAT Network with DHCP enabled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6062472"/>
            <a:ext cx="205740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181344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8368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Virtual machines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6062472"/>
            <a:ext cx="205740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79" y="6181344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DHCP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79" y="658368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Address assignment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6062472"/>
            <a:ext cx="205740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6181344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Authorized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658368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Lab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NETWORK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02 /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Task 1 — Basic Network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Connectivity was validated before moving to service discovery.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6040"/>
            <a:ext cx="6812280" cy="3246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crop_31_90_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6355080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32180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ICMP connectivity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606040"/>
            <a:ext cx="3931920" cy="3246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8803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VALIDATION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383280"/>
            <a:ext cx="324612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5021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4 /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90448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Packets received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526280"/>
            <a:ext cx="324612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6451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4748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Packet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53212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5B5C6"/>
                </a:solidFill>
                <a:latin typeface="Aptos"/>
              </a:rPr>
              <a:t>DHCP addresses were rechecked after restart because the VM leases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SERVICE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03 / WEB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Task 2 — Apache2 on Ubuntu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The target service was installed, verified and accessed from Kali.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6040"/>
            <a:ext cx="539496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crop_38_90_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4937760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53212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CD38D"/>
                </a:solidFill>
                <a:latin typeface="Aptos"/>
              </a:rPr>
              <a:t>Service state: active (running)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06040"/>
            <a:ext cx="539496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_crop_39(1)_705_3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34640"/>
            <a:ext cx="4937760" cy="2514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92240" y="553212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HTTP page successfully reached from Kali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080760"/>
            <a:ext cx="205740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19963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80/TCP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60196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Web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6080760"/>
            <a:ext cx="205740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79" y="619963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Apache2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660196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6080760"/>
            <a:ext cx="205740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619963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7D6C2"/>
                </a:solidFill>
                <a:latin typeface="Aptos"/>
              </a:rPr>
              <a:t>HTTP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660196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SERVICE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04 / NMAP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Task 3 — Scan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Service/version detection confirmed the exposed web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6040"/>
            <a:ext cx="662940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crop_41_90_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617220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30352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nmap -sV 10.0.2.5 -oN week4_final_nmap.txt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606040"/>
            <a:ext cx="411480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8803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SCAN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337560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Host status  •  UP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Open port  •  80/tcp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Service  •  HTTP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Version  •  Apache httpd 2.4.58 (Ubuntu)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A5B5C6"/>
                </a:solidFill>
                <a:latin typeface="Aptos"/>
              </a:rPr>
              <a:t>Output  •  week4_final_nmap.txt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53212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999 default-scanned TCP ports were closed.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05 / WIRESHARK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Task 4 — ICMP &amp; DNS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Packet captures validated reachability and name-resolution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6040"/>
            <a:ext cx="539496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crop_32_90_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4937760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53212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ICMP  •  Echo Request / Echo Reply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06040"/>
            <a:ext cx="5394960" cy="333756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_crop_33_705_3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34640"/>
            <a:ext cx="4937760" cy="2514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92240" y="553212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DNS  •  Query / Response via nslookup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5B5C6"/>
                </a:solidFill>
                <a:latin typeface="Aptos"/>
              </a:rPr>
              <a:t>Key takeaway: direct IP connectivity and DNS resolution are separate layers of troubleshooting.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HTTP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06 / WIRESHARK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HTTP Request &amp; Response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Target-specific filtering isolated traffic between Kali and the Ubuntu web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14600"/>
            <a:ext cx="7315200" cy="352044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crop_40_90_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88920"/>
            <a:ext cx="6858000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65099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Filter:  http &amp;&amp; ip.addr == 10.0.2.5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514600"/>
            <a:ext cx="3429000" cy="352044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81635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OBSERVED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46120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HTTP GET requests from Kali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HTTP responses from Ubuntu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Apache2 page confirmed end-to-end communication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Plain HTTP traffic is not encrypted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59612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AC41"/>
                </a:solidFill>
                <a:latin typeface="Aptos"/>
              </a:rPr>
              <a:t>Security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55595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HTTPS/TLS is preferred for sensitive real-world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D6C2"/>
                </a:solidFill>
                <a:latin typeface="Aptos"/>
              </a:rP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560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5C6"/>
                </a:solidFill>
                <a:latin typeface="Aptos"/>
              </a:rP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194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5B5C6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2648"/>
            <a:ext cx="11109960" cy="10972"/>
          </a:xfrm>
          <a:prstGeom prst="rect">
            <a:avLst/>
          </a:prstGeom>
          <a:solidFill>
            <a:srgbClr val="30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5C6"/>
                </a:solidFill>
                <a:latin typeface="Aptos"/>
              </a:rPr>
              <a:t>Akash Sanuria  •  DG/SEPTEMBER/CYBER/171  •  Cybersecurity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5B5C6"/>
                </a:solidFill>
                <a:latin typeface="Apto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D6C2"/>
                </a:solidFill>
                <a:latin typeface="Aptos"/>
              </a:rPr>
              <a:t>07 /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Key Findings &amp; 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5C6"/>
                </a:solidFill>
                <a:latin typeface="Aptos"/>
              </a:rPr>
              <a:t>Week 4 practical workflow completed successfully with real lab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19659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D6C2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1" y="281635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852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5B5C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651760"/>
            <a:ext cx="19659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8163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D6C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81635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852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5B5C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651760"/>
            <a:ext cx="19659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8163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D6C2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281635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APACHE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852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5B5C6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651760"/>
            <a:ext cx="19659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28163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D6C2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81635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NMAP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852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5B5C6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2651760"/>
            <a:ext cx="1965960" cy="96012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8163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D6C2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281635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WIRESHARK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10972800" cy="1600200"/>
          </a:xfrm>
          <a:prstGeom prst="roundRect">
            <a:avLst/>
          </a:prstGeom>
          <a:solidFill>
            <a:srgbClr val="111F30"/>
          </a:solidFill>
          <a:ln>
            <a:solidFill>
              <a:srgbClr val="30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9768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Built and validated a two-VM VirtualBox lab.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Configured Apache2 and identified TCP/80 with Nmap.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Analyzed ICMP, DNS and HTTP traffic in Wireshark.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Resolved DNS, DHCP/IP and service-state issues systematically.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27D6C2"/>
                </a:solidFill>
              </a:rPr>
              <a:t>●</a:t>
            </a:r>
            <a:r>
              <a:rPr sz="1200">
                <a:solidFill>
                  <a:srgbClr val="F5F8FC"/>
                </a:solidFill>
                <a:latin typeface="Aptos"/>
              </a:rPr>
              <a:t>  Strengthened foundational network-security and SOC analysis skills.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972800" cy="438912"/>
          </a:xfrm>
          <a:prstGeom prst="roundRect">
            <a:avLst/>
          </a:prstGeom>
          <a:solidFill>
            <a:srgbClr val="4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7959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21F"/>
                </a:solidFill>
                <a:latin typeface="Aptos"/>
              </a:rPr>
              <a:t>WEEK 4 PRACTICAL  • 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